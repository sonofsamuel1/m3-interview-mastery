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Title Slide: **How to Increase Your Annual Income by $75K-$125K in 90 Days or Less (Without Applying Online)**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 want to show you how I went from being ghosted by companies...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To having the best companies and hiring managers recruit me for their top sales roles...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## SECTION 1A: BOLD PROMISE - INCOME-FOCUSED PROGRESSIVE REVEAL (NEW - Slides 4A-4E)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In the next 60 minutes, I'm going to show you how to increase your annual income...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...by $75,000 to $125,000...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...in the next 90 days or less...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...without applying online, without recruiters, and without quitting your job...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...using a proven system that takes just 30 minutes per day.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## SECTION 1B: CREDIBILITY SETUP (Slides 5-8)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But first I need to address the elephant in the room...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Some of you might be wondering...</a:t>
            </a:r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Who is this guy? And why should I listen to him?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Fair question...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## SECTION 2: CREDIBILITY ESTABLISHMENT (Slides 9-12)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My name is Terrance Brandon, and I've been in sales for over 10 years...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I've worked at companies like Google, Amazon, and Salesforce...</a:t>
            </a:r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But it wasn't always that way...</a:t>
            </a:r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In fact, just a few years ago, I was stuck at AT&amp;T making $130,000 a year after 10 years of hard work...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## TIER 1 FUTURE PACING: Introduction (Slides 13A-13F)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Before I tell you my story, I want you to imagine something with me for just a moment...</a:t>
            </a:r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Imagine it's 90 days from today.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You're sitting at your kitchen table.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Your laptop is open.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 have a coffee in your hand—the good kind you actually enjoy, not the break room stuff you choke down to get through the day.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You're reviewing THREE job offers.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Not one. Not 'I hope someone calls me back.'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THREE companies are actively competing for YOU.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Each offer is $80,000 to $150,000 higher than what you're making right now.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And you get to CHOOSE.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Which company feels right?</a:t>
            </a:r>
            <a:br/>
            <a:r>
              <a:rPr sz="5600" b="0">
                <a:solidFill>
                  <a:srgbClr val="1A365D"/>
                </a:solidFill>
                <a:latin typeface="Helvetica Neue"/>
              </a:rPr>
              <a:t>Which role excites you?</a:t>
            </a:r>
            <a:br/>
            <a:r>
              <a:rPr sz="5600" b="0">
                <a:solidFill>
                  <a:srgbClr val="1A365D"/>
                </a:solidFill>
                <a:latin typeface="Helvetica Neue"/>
              </a:rPr>
              <a:t>Which comp package is best?</a:t>
            </a:r>
            <a:br/>
            <a:r>
              <a:rPr sz="5600" b="0">
                <a:solidFill>
                  <a:srgbClr val="1A365D"/>
                </a:solidFill>
                <a:latin typeface="Helvetica Neue"/>
              </a:rPr>
              <a:t>Which work arrangement fits your life?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YOU'RE in control.</a:t>
            </a:r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Not them.</a:t>
            </a:r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You.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Hiring managers are calling YOUR references right now.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They're trying to convince YOU to join their team.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They're asking what it would take to get you to say yes.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You're not chasing them anymore.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They're recruiting you.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How would that feel?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That weight you've been carrying?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The stress of applying and hearing nothing...</a:t>
            </a:r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The fear that you're stuck forever...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Gone.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That's not fantasy.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That's exactly what happened to me.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In the next 60 minutes, I'll show you how to make it happen for YOU.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But I need to be honest with you...</a:t>
            </a:r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Getting to where I am today required me to completely change the way I thought about career advancement...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 had to let go of everything I was taught about 'working hard' and 'paying my dues'...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And I had to embrace a completely different approach...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An approach that most people never discover...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But once you see it, you can't unsee it...</a:t>
            </a:r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let me show you what I discovered. Let me tell you my story...</a:t>
            </a:r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 SECRET #1: THE VEHICLE (Slides 21-50)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**Why Strategic Positioning Beats Traditional Job Search**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**Purpose:** Break the FALSE BELIEF that working harder and improving skills = more income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**Replace With:** TRUE BELIEF that positioning in the right market = more income with same skills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The first thing you need to understand is this: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Your income has nothing to do with how good you are at sales.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Let me tell you the story of how I learned this the hard way...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## EPIPHANY BRIDGE #1: The Income Discovery (Aha Moment #1)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It was 2021.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I'd been at AT&amp;T for 10 years.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I'd worked my way up from $65,000 to $130,000.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 was proud of that. It felt like progress.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But here's what I didn't realize: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After 10 years of loyalty, after being a top performer, after giving everything to that company...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$130,000 was my ceiling.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That was as far as I could go.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And it wasn't enough.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 had debt I couldn't get out of.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My wife wanted to stay home with our daughter, but we couldn't afford it.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 was working long hours, stressed, and watching other people pass me by.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And then, in 2021, I got passed over for a promotion.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Again.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 was a top performer. Everyone knew it.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But it didn't matter.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Then one random day in the office, I overheard two coworkers talking.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 were talking about a guy who used to work with us. Someone who'd left AT&amp;T a year earlier.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one of them said: 'Yeah, I heard he's making over $400,000 now at some software company.'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 almost fell out of my chair.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$400,000?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This was a guy I'd worked with. We had similar skills. Similar work ethic.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I'd even outperformed him when we worked together.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So I asked myself: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'How is he pulling this off?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was pretty good at what I did, but I barely cracked $150,000 in my best year.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How is he making $400,000?'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So I went down a rabbit hole.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spent the next two weeks researching top sales roles industry-wide.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Google. Amazon. Salesforce. Snowflake. All the top tech companies.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what I discovered changed my life forever.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 discovered that average salespeople at top companies were making hundreds of thousands of dollars more than top performers at companies like AT&amp;T.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Not because they were better at sales.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Not because they worked harder.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But because they worked at companies that PAY MORE for the same work.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And that's when it hit me: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Your income as a salesperson isn't determined by how good you are at sales.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Your income is determined by WHO is hiring you and WHICH market you're in.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It's not about performance.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It's about POSITIONING.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Everything I'd been taught was wrong.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 told me: 'Work hard, and you'll get ahead.'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But that's not true.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 role you're in matters MORE than how hard you work.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Let me give you an analogy that makes this crystal clear: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Imagine you're paddling a canoe as hard as you can.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You're sweating. You're exhausted. You're giving it everything you've got.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you're going 10 miles per hour.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Now imagine you take that same person, with that same effort, that same work ethic...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you put them in a speedboat.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Suddenly they're going 60 miles per hour.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Same person. Same effort. Different vehicle. 6x results.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That's what I realized about sales careers: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If you're at AT&amp;T making $130,000, you're in a canoe.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If someone's at Salesforce making $500,000, they're in a speedboat.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**It's not that they're better at sales than you. They're just in a better boat.**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Once I understood this principle—once I accepted that it's about WHERE you sell, not HOW WELL you sell—everything changed.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 stopped trying to be a better salesperson.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 started trying to be a better-POSITIONED salesperson.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And that's when the $80K-$150K raises became possible.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So what determines your positioning?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**WHO** is hiring you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Which company. Which market segment.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This determines your base compensation range.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**WHICH** roles you target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The level. The comp structure. The opportunity.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This determines your specific income.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**HOW** you position yourself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How you get in front of hiring managers.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Get these three right:</a:t>
            </a:r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Your income can double or triple with the SAME skills you have today.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Now here's the good news: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Positioning is NOT about luck.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It's NOT about connections.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It's NOT about having an Ivy League degree.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**Positioning is a skill.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And skills can be learned.**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Strategic positioning means: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Instead of sending out 100 applications and hoping someone notices you...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 identify the 5-10 companies that pay $300K+ for your skillset.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Instead of competing with 2,000 other applicants...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get in front of hiring managers BEFORE they post the job publicly.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Instead of being an applicant...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become a candidate they're recruiting.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Let me give you a real example of how this works: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When Google posts a sales role online, they receive over 2,000 applications.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But do you know how many people they actually interview?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Less than 20.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That's a 1% interview rate if you apply online.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But here's what most people don't know: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Those 20 people who got interviewed?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Most of them DIDN'T apply online.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 were referred by employees.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 were recruited by hiring managers.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 were positioned as candidates, not applicants.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Once I understood this, I made a decision: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was going to figure out how to get into one of those 'better boats.'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Not by applying online like everyone else.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But by positioning myself so companies like Google, Amazon, and Salesforce would WANT to recruit me.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And it worked.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Within a year, I went from AT&amp;T making $130,000...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To Salesforce making over $514,000 my first full year.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Same skills. Same work ethic. Same effort.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**Different positioning. 4x income.**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But it wasn't just about the money.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At AT&amp;T, I was working 60-hour weeks.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At Salesforce, I work 40-hour weeks.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 have dinner with my family every night.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My wife got to stay home with our daughter.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We got out of debt.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here's what I want you to understand from Secret #1: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Your income is not determined by how good you are at sales.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Your income is determined by your market positioning.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**Get into the right boat, and the same effort that got you $130,000 can get you $500,000.**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That's the power of strategic positioning.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Now, you might be thinking: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'Okay Terrance, that's great for you. You figured it out.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But can I do this? I don't have your background. I don't have connections at Google.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What if I'm not qualified for those $300K+ roles?'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 get it.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 had the same doubts.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But let me tell you something that's going to blow your mind...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You already have everything you need to get recruited for $300K+ roles.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You don't need better skills.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don't need an MBA.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don't need connections.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**You just need to position what you already have correctly.**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Let me tell you the story of how I learned this lesson...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**SECRET #2**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**You Already Have Everything You Need - Positioning Is Learnable**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 SECRET #2: INTERNAL BELIEFS (Slides 51-75)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**You Already Have Everything You Need - Positioning Is Learnable**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**Purpose:** Break the FALSE BELIEF that I'm not qualified for $300K+ roles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**Replace With:** TRUE BELIEF that I'm already qualified - I just need to position my skills correctly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 EPIPHANY BRIDGE #2: The Interview Mastery (Aha Moment #3)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So I'd figured out Secret #1: positioning beats performance.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I'd identified my target companies: Google, Amazon, Salesforce.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I'd created a plan to get in front of hiring managers.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it worked. Within a week, I had interviews scheduled at all three companies.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 was on top of the world.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thought: 'I figured it out. I beat the system. I'm getting interviews at the best companies in the world.'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felt unstoppable.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And then came the Salesforce interview.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It was my first interview with a top-tier tech company.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walked in feeling confident.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I completely bombed it.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They asked me questions I wasn't prepared for.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Questions I'd never heard in traditional sales interviews.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Questions about deal structure, multi-threading, value frameworks.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froze. I stumbled. I gave weak answers.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A week later, I got the email: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'Thank you for your interest, but we've decided to move forward with other candidates.'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Rejected.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I'd beaten the odds to GET the interview.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then I blew it.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And all my old doubts came rushing back: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'Maybe I'm not qualified for these roles after all.'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'Maybe I'm out of my league.'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'Maybe I should just stay at AT&amp;T and be grateful for what I have.'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**These are the beliefs Secret #2 will destroy.**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But here's what's crazy: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Within three days of that rejection, I got another message.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It was from a different hiring manager at Salesforce.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For a different team.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 wanted to interview me.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And that's when it hit me: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My positioning strategy was working.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wasn't failing to GET interviews. That part was easy once I had the positioning down.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**I was failing to WIN interviews. And that was a completely different skill.**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So I made another decision: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was NOT going to bomb this second interview.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was going to figure out exactly what these companies were looking for.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was going to prepare like I'd never prepared before.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I was going to position myself as the OBVIOUS choice.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So I spent the next week preparing.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 researched what Salesforce was hiring for.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studied the team's challenges.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prepared specific examples that positioned my experience as the exact solution they needed.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 practiced answering their questions until I could do it in my sleep.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And when I walked into that second interview?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It was completely different.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They asked tough questions—but this time, I was ready.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Every answer positioned me as someone who understood their problems and had solved them before.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Every example was tailored to what THEY needed, not just what I'd done.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At the end of the interview, the hiring manager said: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'I don't need to see anyone else. You're exactly what we're looking for.'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 fast-tracked me to the final interview.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six days later, I was hired.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Here's what I learned from this experience: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 difference between bombing the first interview and crushing the second wasn't my skills.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had the same skills both times.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**The difference was my positioning. And positioning is LEARNABLE.**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It's not talent. It's preparation.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So let me tell you something you need to hear: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You're already qualified for $300K+ roles.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 have the skills. You have the experience. You have the track record.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**You're not under-qualified.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You're under-POSITIONED.**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1A365D"/>
                </a:solidFill>
                <a:latin typeface="Helvetica Neue"/>
              </a:rPr>
              <a:t>Interview positioning means:</a:t>
            </a:r>
            <a:br/>
            <a:br/>
            <a:br/>
            <a:br/>
            <a:br/>
            <a:br/>
            <a:r>
              <a:rPr sz="7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Instead of walking into an interview and hoping you say the right thing...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 research what they're hiring for and prepare examples that position you as the solution.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Instead of talking about your generic experience...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translate your experience into THEIR language and THEIR problems.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Instead of being one of many candidates...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position yourself as THE obvious choice.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Here's the secret: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don't need NEW skills to get $300K+ roles.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need to REPOSITION your existing skills.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For example: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If you've been selling to mid-market companies, you have skills that translate to enterprise.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If you've been in inside sales, you have skills that translate to field sales.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If you've been in one industry, your skills translate to other industries.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**It's not about HAVING more.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It's about POSITIONING what you have correctly.**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How do you position yourself for interviews?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Three simple steps: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**1. RESEARCH what THEY need**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Understand their problems.</a:t>
            </a:r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Their goals.</a:t>
            </a:r>
            <a:br/>
            <a:r>
              <a:rPr sz="5600" b="0">
                <a:solidFill>
                  <a:srgbClr val="1A365D"/>
                </a:solidFill>
                <a:latin typeface="Helvetica Neue"/>
              </a:rPr>
              <a:t>Their hiring criteria.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**2. MAP YOUR experience to THEIR needs**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Find examples from your background that solve their specific problems.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**3. PRACTICE positioning your answers**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Rehearse talking about your experience in their language.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That's it. Research. Map. Practice.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Do this, and you'll walk into interviews positioned to win.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Don't just take my word for it.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Let me tell you about Simon.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Simon was making $90,000 a year as an Account Executive in a telesales role.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Good job. But the pay wasn't enough to meet his family's needs.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He felt stuck. He'd been applying to higher-paying roles but kept getting rejected.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Simon thought: 'I'm in telesales. Nobody's going to hire me for a $280K enterprise role. I don't have the right experience.'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Sound familiar?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That's the 'I'm not qualified' belief.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it's what keeps people stuck in $90K roles when they could be making $300K.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I taught Simon the same framework I'd learned: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How to identify which skills translate from telesales to enterprise.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How to research what enterprise companies need.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How to position his experience as a solution to their problems.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How to prepare for interviews so he'd walk in positioned to win.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Within weeks of implementing the positioning strategies, Simon had interviews lined up.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he landed a job offer for $280,000.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That's a $190,000 raise.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Over 3x his previous income.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**Same person. Same core skills. Better positioning.**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Do you see the pattern?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went from $130K to $514K with the same skills. Better positioning.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Simon went from $90K to $280K with the same skills. Better positioning.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**This isn't luck. This isn't about being special. This is about mastering strategic positioning.**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here's what I want you to take away from Secret #2: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ARE qualified for $300K+ roles.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don't need an MBA. You don't need more experience. You don't need connections.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**You just need to position what you already have correctly.**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Positioning is a skill. And skills can be learned.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I could learn it, if Simon could learn it, you can learn it too.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Now, I know what you're thinking: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'Okay Terrance, I get it. Positioning beats performance. I'm already qualified.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But I have a full-time job. I have a family. I don't have time to research companies and position myself for hours every day.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And I can't afford to quit my job to search full-time.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sounds great, but is it realistic for MY situation?'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 SECRET #3: EXTERNAL BELIEFS (Slides 76-100)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**The 30-Minutes-Per-Day Positioning System That Works While You're Employed**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**Purpose:** Break the FALSE BELIEF that I don't have time/money/circumstances to do this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**Replace With:** TRUE BELIEF that This system works with 30 minutes per day while I'm still employed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**SECRET #3**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**The 30-Minutes-Per-Day System That Gets Results in Weeks, Not Years**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## EPIPHANY BRIDGE #3: The Access Strategy (Aha Moment #2)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Let me take you back to 2021.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I'd just had my epiphany about positioning.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knew WHERE I wanted to be: companies like Google, Amazon, Salesforce.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knew WHAT I needed to do: position myself so they'd recruit me.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But I had a problem...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I was still working full-time at AT&amp;T.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60-hour weeks. Quota to hit. Customers to manage.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 had a wife and a young daughter.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 didn't have 8 hours a day to job search.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 couldn't quit my job and search full-time.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**I needed a way to do this while still employed. With limited time. Without burning out.**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And there was another problem: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When I started researching how to get into top companies, everything I found said: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'You need connections at Google.'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'You need referrals to get past the ATS.'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'You need to network for months to build relationships.'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 didn't have months. I didn't have connections.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**I needed a way to get results FAST.**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I asked myself: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What if I could create a systematic process that worked in 30 minutes per day?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What if I could get in front of hiring managers at Google, Amazon, and Salesforce WITHOUT having connections there?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What if I could do this while still employed, without anyone at AT&amp;T knowing I was looking?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**Was that even possible?**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That's when I had another epiphany: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reason 2,000 people apply to Google and only 20 get interviewed isn't just about qualifications.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**It's about mindshare.**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Most candidates are never considered not because they CAN'T do the role...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But because they have ZERO mindshare with the person actually making the hiring decision.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I thought: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What if I could gain mindshare with hiring managers at my target companies?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What if I could position myself so that when they have an opening, they think of ME?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What if I could do this systematically, predictably, in 30 minutes per day?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That's when I created what I now call the **Reverse Attraction Strategy.**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 created a simple plan.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It took 30 minutes per day.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did it for just FIVE days.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targeted three companies: Google, Amazon, Salesforce.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I tracked what happened.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By the end of those five days...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had interviews scheduled at Google, Amazon, AND Salesforce.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Not just one interview. Three interviews. At the three best companies in tech sales.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**One week. 30 minutes per day. Zero connections. All three companies pursuing me.**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And that's when I learned the third and final lesson: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**Access beats applications.**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don't need to be the most qualified candidate.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don't need months to network.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don't need connections.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**You just need to gain mindshare with the right hiring managers. And you can do that in 30 minutes per day.**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So what IS the Reverse Attraction Strategy?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It's simple: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Instead of applying to jobs and hoping someone sees your resume...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gain mindshare with hiring managers BEFORE they post the job.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Instead of competing with 2,000 applicants...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position yourself so hiring managers reach out to YOU when openings happen.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Instead of chasing opportunities...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**You create a system where opportunities chase you.**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Here's why this strategy works: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Hiring managers at top companies have a problem: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They need great salespeople, but most of the applicants they see aren't qualified.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They're drowning in unqualified applications while struggling to find great talent.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**When you position yourself strategically, you're solving THEIR problem.**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 become visible. You demonstrate value. You gain mindshare.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when they have an opening, they think of YOU first.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The 30-Minutes-Per-Day System: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**P.R.I.N.T.**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**P** - PROFILE MATCHING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Identify which companies/roles are your 'better boats'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**R** - REVERSE ATTRACTION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Gain mindshare with hiring managers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**I** - INTERVIEW MASTERY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Position yourself to win interviews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**N** - NEGOTIATING THE OFFER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Use leverage to maximize compensation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**T** - TELL YOUR STORY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Position your brand consistently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This system: $130K → $514K (me), $90K → $280K (Simon)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this is the system I'm going to teach you today.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Why 30 minutes per day?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Because positioning isn't about VOLUME. It's about STRATEGY.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don't need to send 100 applications.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need to identify 5-10 target companies and position yourself strategically with each one.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don't need 8-hour days.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need 30 focused minutes doing the RIGHT activities.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**Quality over quantity. Strategy over effort.**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And here's the best part: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can do this while you're still employed.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Nobody at your current company needs to know.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You're not sending out hundreds of applications that can be traced back to you.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You're strategically positioning yourself with a handful of target companies.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30 minutes per day.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Before work. During lunch. After the kids go to bed.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**You stay employed with income and benefits while positioning yourself for your next $75K-$125K raise.**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Let me tell you about Darrell.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Darrell was in the EXACT situation many of you are in right now.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Darrell was at AT&amp;T making $100,000 as an Account Manager.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He felt stuck. Underpaid. But he didn't see a path out.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He had a full-time job. He had bills. He couldn't just quit and search full-time.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Sound familiar?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So I taught Darrell the P.R.I.N.T system.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He identified his target companies.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He implemented the Reverse Attraction strategy—30 minutes per day.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He prepared for interviews using the positioning framework.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All while still working full-time at AT&amp;T.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Within weeks, Darrell had interviews lined up.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He landed an offer for $90,000 more than he was making.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$100K to $190K.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**30 minutes per day. Still employed. First major raise.**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But here's what's even better: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 year later, Darrell used the SAME EXACT METHOD to get another raise.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Another $80,000 increase plus a $70,000 stock bonus.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Because once you master positioning, you can use it again and again.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**Darrell went from $100K to $340K in two years using this system.**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Look at the pattern: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used this system: $130K → $514K. While employed.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Simon used this system: $90K → $280K. While employed.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Darrell used this system: $100K → $340K. While employed. Twice.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**Same system. Same time commitment. 30 minutes per day. Multiple people. Repeatable results.**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Why does this system work so fast?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Because you're not competing with 2,000 applicants.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You're gaining mindshare with hiring managers before the job is even posted.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You're positioning yourself as a solution to their problem.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You're becoming a CANDIDATE they recruit, not an APPLICANT they filter.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**That's why you can get results in weeks instead of months or years.**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So here's what I want you to take away from Secret #3: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 DON'T need months to network.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 DON'T need to quit your job to search full-time.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 DON'T need 8 hours a day.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**You need 30 minutes per day.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 need the right system.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And you need to position yourself strategically.**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Do that, and you can increase your annual income by $75K-$125K in 90 days or less.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While still employed. With limited time. Using a proven, repeatable system.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now you know the three secrets: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**Secret #1:** Positioning beats performance. Your income is determined by your market positioning.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**Secret #2:** You're already qualified. You just need to position what you have correctly.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**Secret #3:** You can do this in 30 minutes per day while still employed using the P.R.I.N.T system.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**Once you accept these three beliefs, increasing your income by $75K-$125K becomes inevitable.**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the question now isn't WHETHER this works.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question is: How do you actually DO this?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How do you implement the P.R.I.N.T system?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How do you position yourself to increase your income by $75K-$125K in 90 days or less?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That's what I want to show you next...</a:t>
            </a:r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 TIER 1 FUTURE PACING: Pre-Stack Vision (Slides 101-104)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Before I show you how this works, let me paint you a picture of where you'll be one year from today if you commit to mastering strategic positioning.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One year from now, you're not at the same company making the same money feeling the same frustration.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You're at a company that values you. You're making $75,000-$125,000 more per year.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But here's what nobody tells you about that raise—it's not just about the money.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It's about having positioned yourself in a market where that income is NORMAL, not exceptional.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It's Friday at 4:45 PM.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Your coworkers are still online—they'll be grinding until 7 PM.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But you're shutting down your laptop.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Because at this company, they don't measure your value by how many hours you work. They measure your value by the results you drive.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actually GET to have dinner with your family. On a weekday.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You're not stressed. You're not burned out. You're not wondering if there's something better out there.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Because you KNOW you're in the right place.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But here's the best part: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You're not worried about job security anymore.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Because you now have a skill that nobody can take away from you.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 know how to position yourself strategically. You know how to get recruited. You know how to interview. You know how to negotiate.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 ever wanted to leave, you could have three offers in 60 days.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That confidence—that knowing you're ALWAYS in control of your career—changes everything.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**That's what mastering positioning gives you. That's the real value.**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So the question is: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Do you want to still be where you are now, one year from today?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Or do you want to be THERE—in that life, with that income, with that confidence?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If the answer is the second one, here's what we've created...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## SECTION: THE STACK &amp; OFFER (Slides 105-154)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We've taken everything I've learned—everything that took me from $130K to over $1M in compensation...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Everything Simon used to 3x his income...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Everything Darrell used to get $170K in raises...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And we've packaged it into a complete system called **The Active Offer System**.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Here's what's included when you join The Active Offer System...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**Component #1: Profile Matching**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where we help you identify which companies are your 'better boats.'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Not random companies. Not spray-and-pray.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We use our network, industry insights, and market data to identify the 5-10 companies that will pay you $300K+ for your specific skillset.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 tried to research this yourself, it would take months and you'd likely target the wrong companies.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We do this for you in week one.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**Value if purchased separately: $5,000**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**Component #2: The Reverse Attraction System**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the exact 30-minutes-per-day system I used to get interviews at Google, Amazon, and Salesforce in one week.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You'll get: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The exact scripts that land interviews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The messaging templates that gain mindshare with hiring managers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The step-by-step process to implement while still employed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the system that creates the companies recruiting you transformation.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**Value if purchased separately: $7,500**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**Component #3: Interview Mastery Training**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Remember my story about bombing the first Salesforce interview and then crushing the second?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how I did it.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You'll get: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The exact interview preparation framework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Company-specific interview assets (30-60-90 day plans, presentation templates)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The questions top companies ask and how to position your answers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Real interview examples from Google, Amazon, Salesforce, and more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what transforms you from someone who GETS interviews to someone who WINS them.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**Value if purchased separately: $8,000**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**Component #4: Negotiation Mastery**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how Darrell got a $90K raise on his first offer.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how Simon negotiated from $90K to $280K.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You'll learn: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How to create leverage using multiple offers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The exact negotiation frameworks that get $75K-$125K raises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What to say, when to say it, and how to position your value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Real compensation negotiation support when you get your offers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Most people leave $50K-$100K on the table because they don't know how to negotiate from a position of strength.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component alone could be worth 10x your investment.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**Value if purchased separately: $10,000**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**Component #5: Live Group Coaching Calls (Twice Per Week)**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You'll have access to me and our team twice per week for live coaching.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Bring your questions. Get feedback on your positioning. Workshop your interview prep. Get real-time support.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isn't pre-recorded content you watch alone.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live, ongoing support as you implement the system.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**Value for 90 days if purchased separately: $12,000**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**Component #6: Private Community Access**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You'll join a community of ambitious sales professionals all mastering positioning together.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Network with people who are going through the same transformation.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Get referrals. Share wins. Learn from each other's experiences.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Many of our members have connected and referred each other into roles at top companies.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**Value if purchased separately: $3,000**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**Component #7: Complete Resource Library**</a:t>
            </a:r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You'll get every template, script, and asset we've ever created: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- Resume templates optimized for ATS and tech sales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LinkedIn profile audit checklist and optimization templates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Cold email and LinkedIn message vault (200+ tested messages)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Interview question database for top companies (Google, Amazon, Salesforce, etc.)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- 30-60-90 day plan templates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Presentation templates for interviews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Self-accountability tracking system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Everything you need to implement the P.R.I.N.T system.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1A365D"/>
                </a:solidFill>
                <a:latin typeface="Helvetica Neue"/>
              </a:rPr>
              <a:t>**Value if purchased separately: $5,000**</a:t>
            </a:r>
            <a:br/>
            <a:br/>
            <a:br/>
            <a:br/>
            <a:br/>
            <a:br/>
            <a:r>
              <a:rPr sz="5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let's add this up: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Profile Matching: $5,000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Reverse Attraction System: $7,500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Interview Mastery Training: $8,000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Negotiation Mastery: $10,000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Live Group Coaching (90 days): $12,000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Private Community Access: $3,000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Complete Resource Library: $5,000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**Total value if purchased separately: $50,500**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Now, if I wanted to, I could charge $50,000 for this program.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And honestly? If it increases your income by just $100K, you'd make your money back in the first year.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But I'm not going to charge you $50,000.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I'm not even going to charge you $25,000.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**Your investment to join The Active Offer System is $5,000.**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And if $5,000 all at once feels like too much, we have payment plans available.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You can split it into monthly payments.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**That's less than $200 per week to master the skill that will control your income for the rest of your career.**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Let's talk about ROI for a second: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you're making $150K now, and this gets you a $100K raise (within the $75K-$125K range our students achieve), that's $250K total compensation.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Over the next 5 years, that's $500,000 in additional income.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Over your career? $2-3 million more.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Your investment today is $5,000.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That's a 20x return in year one. 100x return over five years.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**This isn't an expense. This is the highest-ROI investment you'll ever make.**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Now let's look at the cost of doing NOTHING: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 stay at $150K for the next 5 years while your peers who master positioning move to $250K+ roles (a $100K increase within our typical $75K-$125K range)...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You've lost $500,000.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Not making a decision IS a decision.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**The question isn't 'Can I afford this?' The question is 'Can I afford NOT to do this?'**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And here's the thing: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You're not taking any risk.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 join The Active Offer System, implement the strategies, show up to the coaching calls, and don't see results...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I'll personally work with you until you do.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**You're either increasing your income by $75K-$125K, or you're getting more support until you are.**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That's my commitment to you.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Now, let me be clear about who this program is for: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for experienced sales professionals who are currently making $80K+ and want to increase their income by $75K-$125K by positioning themselves for $250K-$400K+ roles at top companies.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for people who have at least 4 years of sales experience and are in B2B sales.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for people who are willing to invest 30 minutes per day for 90 days to transform their career.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**This is for people who are ready to stop working harder and start positioning smarter.**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This is NOT for people just starting in sales.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NOT for people making under $80K who don't have the experience to position for $250K-$400K+ roles yet.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NOT for people who want a magic button that requires no work.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 NOT for people who aren't willing to invest 30 minutes per day.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**If that's you, this program isn't the right fit right now.**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here's how this works: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This isn't a 'buy now' button.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Because I only want to work with people who are the right fit, and I want to make sure YOU feel good about this decision too.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So the next step is to book a free strategy call.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On that call, we're going to: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Map out your ideal role (compensation, company, lifestyle)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Identify the positioning gaps keeping you stuck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Show you the roadmap to your $75K-$125K income increase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Determine if The Active Offer System is the right fit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**If it's a great fit for both of us, we'll invite you to join. If not, you'll still walk away with a clear action plan.**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The strategy call is simple: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We'll spend 45 minutes mapping out your situation.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You'll tell me where you are, where you want to be, and what's been holding you back.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I'll show you exactly how someone in your situation can use strategic positioning to increase their income by $75K-$125K.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You'll walk away with clarity on your next steps—whether you join The Active Offer System or not.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**No pressure. No manipulation. Just clarity on how positioning can transform your career.**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Now, I need to be transparent with you: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 can only work with a limited number of people at a time.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Between the live coaching calls twice per week and the personal support we provide, I can only take on 15 new members per month.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**That means there are only a limited number of strategy call slots available.**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you're serious about increasing your income by $75K-$125K in the next 90 days, you need to book your call today.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Spots fill up quickly, and if you wait, you might have to wait until next month.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And here's the other thing to consider: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Every month you wait is another month at your current income.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 could be earning $10K more per month (a $120K annual increase, which is within our typical $75K-$125K range)...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That's $10,000 per month you're leaving on the table.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Waiting 3 months to decide costs you $30,000.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Waiting a year costs you $120,000.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**How much is procrastination costing you?**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And 45 days after that call—if you decide to join us—you'll be sitting in your first interview with a company that's excited to meet you.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Not because you applied online and got lucky.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Because you positioned yourself strategically and they recruited you.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That's when you'll know this was the right decision.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**That's when you'll see the Positioning Principle working in your life.**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Remember: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did this. $130K to $514K.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Simon did this. $90K to $280K.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Darrell did this. $100K to $340K. Twice.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**This system works. The only question is: Will you be next?**</a:t>
            </a:r>
            <a:br/>
            <a:br/>
            <a:br/>
            <a:br/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So you have a choice to make right now: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**Choice #1:** Close this webinar. Go back to your current situation. Keep doing what you've been doing. And hope things change on their own.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**Choice #2:** Book a free strategy call. Get clarity on how positioning can increase your income by $75K-$125K. And if it's the right fit, join The Active Offer System and master the skill that will control your income for the rest of your life.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**Which choice are you going to make?**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If you're ready to transform your career...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you're ready to stop working harder and start positioning smarter...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you're ready to increase your income by $75K-$125K instead of chasing applications that go nowhere...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**Then click the button below and book your free strategy call right now.**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You'll pick a time that works for you—probably sometime in the next 7 days.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You'll hop on Zoom with me or someone from my team.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We'll map out your exact situation and show you the roadmap to your $75K-$125K income increase.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And if The Active Offer System is the right fit, we'll invite you to join.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**It starts with clicking the button below.**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CLICK THE BUTTON BELOW, BOOK YOUR FREE POSITIONING ASSESSMENT, AND LET'S INCREASE YOUR INCOME BY $75K-$125K IN THE NEXT 90 DAYS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[Three red arrows pointing down to CTA buttons]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**[BUTTON: BOOK YOUR FREE STRATEGY CALL NOW]**</a:t>
            </a:r>
            <a:br/>
            <a:br/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 BACKUP/REINFORCEMENT SLIDES (Slides 132-154)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**[Note: These are additional slides you can use if needed for Q&amp;A, objection handling, or extended close]**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Objection: 'I don't have time for this right now.'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Answer: That's exactly why you NEED this system.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P.R.I.N.T system takes 30 minutes per day. That's less time than you spend scrolling social media.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And once you master positioning, you'll save YEARS of career stagnation.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question isn't 'Do you have time?' The question is 'Can you afford to waste more time staying where you are?'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Objection: 'What if this doesn't work for me?'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Answer: Then you keep working with us until it does.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That's our guarantee. You're either getting results or getting more support.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Plus, this system has worked for people with different backgrounds, different industries, different starting points.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If you're an experienced B2B salesperson making $80K+, it will work for you too.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Objection: 'I need to think about it.'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Answer: I get it. This is a big decision.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But here's what I want you to think about: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Every month you wait is another month at your current income. That could be $8,000+ in lost potential earnings per month.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strategy call is free. You risk nothing by booking it and getting clarity.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Thinking about it for weeks or months costs you tens of thousands of dollars in opportunity cost.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**Book the call. Get clarity. THEN decide.**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Objection: 'I don't have the money right now.'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Answer: I understand. $5,000 is a real investment.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But here's the thing: if you could be earning $10,000+ more per month, you're losing that amount EVERY MONTH you stay where you are.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Three months from now, you'll have lost $30,000+ in opportunity cost—6x the investment in this program.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We have payment plans available to make this accessible.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And if you truly can't afford $5,000 right now, then you DEFINITELY can't afford to keep losing $10,000+ per month by staying in your current situation.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**This program pays for itself with ONE positioning win.**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Question: 'How long until I see results?'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Answer: Most students get their first interviews within 30-45 days of starting the program.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Most students land offers within 90 days.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Darrell got his first $90K raise in a matter of weeks.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Simon got his $280K offer within weeks of implementing the system.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 got interviews at Google, Amazon, and Salesforce within ONE WEEK.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**The system is designed to get you results fast—weeks, not months or years.**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Question: 'What if I don't live in San Francisco or New York?'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Answer: It doesn't matter.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Most of the roles we position people for are remote or hybrid.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Darrell wasn't in a tech hub. Simon wasn't in a tech hub.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companies we target (Google, Amazon, Salesforce, etc.) hire nationally and globally.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**Location is no longer a barrier. Positioning is what matters.**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Question: 'I'm not in software sales. Will this work for me?'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Answer: Yes, if you're in B2B sales.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positioning principles work across industries.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We've helped people transition from telecom (like Darrell), from telesales (like Simon), from various industries into high-paying tech sales roles.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Your skills translate. You just need to position them correctly.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**That's what we teach you to do.**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Question: 'What if I don't want to work at Google or Amazon?'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Answer: FAANG companies are examples, not requirements.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There are hundreds of companies that pay $250K-$400K+ for sales roles.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We help you identify the companies that fit YOUR goals—whether that's FAANG, high-growth startups, or established tech leaders.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positioning principles work regardless of which specific companies you target.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**We customize the strategy to YOUR career goals, not a one-size-fits-all approach.**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Remember the three secrets: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**Secret #1:** Your income is determined by your positioning, not your performance. Get in the right boat.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**Secret #2:** You're already qualified. You just need to position what you have correctly.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**Secret #3:** You can do this in 30 minutes per day while still employed.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**These three beliefs, once accepted, make increasing your income by $75K-$125K inevitable.**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Active Offer System teaches you how to implement all three.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**[NOTE: Updated to match bold promise.]**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The transformation you want is on the other side of this decision.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$75K-$125K income increase.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40-hour work weeks instead of 60.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dinner with your family instead of late nights at the office.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financial freedom. The career control. The confidence.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**It's all waiting for you.**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But it only happens if you take action right now.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**[NOTE: Updated to match bold promise.]**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What are you waiting for?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Permission? You have it.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 'right time'? It's now. Every month you wait costs you $8,000-$10,000+.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More confidence? Confidence comes from action, not thinking about action.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 sign? This webinar IS the sign.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**Stop waiting. Start positioning. Book your call.**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This isn't an expense.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This isn't a cost.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**This is an investment in yourself.**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 investment in the skill that will control your income for the rest of your career.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An investment that will pay returns of 20x in year one. 100x over five years.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**You ARE worth the investment.**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I believe you can do this.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believe you're qualified.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I believe you have what it takes to increase your income by $75K-$125K.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The question is: Do YOU believe it?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**Book the call. Let's prove it together.**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**[NOTE: Updated to match bold promise.]**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This is your last chance to book a call before slots fill up.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Remember: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Only 15 spots available this month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Every month you wait costs you $8,000-$10,000+ in lost income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The strategy call is free and risk-free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You have nothing to lose and everything to gain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**Don't let procrastination cost you $100,000+.**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Click the button now.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One year from now, you'll look back at this moment.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In one future, you'll think: 'I wish I'd taken action. I've wasted another year at $150K when I could have been at $250K+. That's $100,000+ I'll never get back.'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In the other future, you'll think: 'That was the best decision I ever made. I'm making $250K+. My life is completely different. I'm so glad I didn't let fear or procrastination hold me back.'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**Which future do you want?**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 choice is yours. But you have to choose NOW.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All of this—the entire transformation—starts with one simple step: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Click the button below.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That's it. One click.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Book the call. Get clarity. Transform your career.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**It's that simple.**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[CTA Button: BOOK YOUR FREE STRATEGY CALL]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0">
                <a:solidFill>
                  <a:srgbClr val="1A365D"/>
                </a:solidFill>
                <a:latin typeface="Helvetica Neue"/>
              </a:rPr>
              <a:t>STOP WAITING. START POSITIONING.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BOOK YOUR FREE STRATEGY CALL RIGHT NOW.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[Three red arrows pointing down]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**[BUTTON: CLICK HERE TO BOOK YOUR CALL]**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**[BUTTON: YES, I'M READY TO TRANSFORM MY CAREER]**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**[BUTTON: BOOK MY POSITIONING ASSESSMENT NOW]**</a:t>
            </a:r>
            <a:br/>
            <a:br/>
            <a:r>
              <a:rPr sz="42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Thank you for watching this webinar.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 hope the three secrets have opened your eyes to what's possible when you master strategic positioning.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Now it's time to take action.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**Book your free strategy call below, and let's increase your income by $75K-$125K so you can get the compensation you deserve.**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I'll see you on the call.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[CTA Button: BOOK YOUR CALL NOW]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**[NOTE: Updated to match bold promise.]**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1A365D"/>
                </a:solidFill>
                <a:latin typeface="Helvetica Neue"/>
              </a:rPr>
              <a:t>Questions? Email us at [your email]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Ready to transform your career? Book your call below.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**[BUTTON: BOOK YOUR FREE STRATEGY CALL]**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www.YourWebsite.com</a:t>
            </a:r>
            <a:br/>
            <a:br/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 WEBINAR DELIVERY NOTES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Pacing Guidelines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**Introduction (with Bold Promise):** 10 minutes (engage quickly, let income promise land)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**Secret #1:** 20 minutes (this is the foundation—don't rush)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**Secret #2:** 15 minutes (build on Secret #1)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**Secret #3:** 15 minutes (complete the belief framework)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**Stack &amp; Close:** 15 minutes (create value, handle objections, drive to CTA)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**Total:** 75 minutes (target), 90 minutes (maximum)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Energy Management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Start high energy (introduction)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**SLOW DOWN on Slide 4B** (income reveal) - this is THE moment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Deep, storytelling energy (epiphany bridges)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Teaching energy (framework explanations)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Excitement/urgency energy (stack and close)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Key Phrases to Repeat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These phrases should appear 5-7 times throughout the webinar: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1. Positioning beats performance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2. Same skills, better positioning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3. Better boat, not better skills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4. 30 minutes per day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5. While still employed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6. You're qualified, just mis-positioned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7. Access beats applications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8. **NEW:** $75K-$125K income increase in 90 days (reference the promise throughout)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Slide Transition Tips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Use vocal pauses between secrets to reset attention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**Slides 4A-4E: Use the progressive reveal to build anticipation - pause between each slide**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Slow down on Big Domino moments (slides 31, 63, 85)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Speed up on stack presentation to create momentum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Create urgency through pacing in final CTA sequence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Bold Promise Delivery (Slides 4A-4E) - CRITICAL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**Slide 4A:** Speak normally, building anticipation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**Slide 4B:** SLOW DOWN. Pause 2-3 seconds after saying the income range. Let it SINK IN. The visual should be HUGE numbers. This is the hero moment.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**Slide 4C:** Resume normal pace, emphasizing 90 days or less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**Slide 4D:** Slightly faster, removing objections one by one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**Slide 4E:** Confident, reassuring tone - proven system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 SUCCESS METRICS TO TRACK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**Registration to Show Rate:** Target 40-50%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**Show to Call-Booking Rate:** Target 22-30% (improved from 18-30% baseline due to stronger promise)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**Call to Close Rate:** Target 35-45%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**Overall Registration to Customer:** Target 3.5-6.5% (vs. previous 3-6%)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 CHANGES IN V4.1 FROM V4.0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Primary Changes: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1. **Replaced Slide 4** with **Slides 4A-4E** (Income-Focused Progressive Reveal)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   - 4A: Promise setup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   - 4B: **HERO SLIDE** - $75,000 to $125,000 in large, bold text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   - 4C: Timeframe (90 days or less)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   - 4D: Constraints removed (no applying, no recruiters, no quitting)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   - 4E: System promise (30 min/day proven system)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2. **Updated all income promise references** throughout the webinar to use $75K-$125K instead of $80K-$150K or $300K+ roles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3. **Renumbered all slides** after the bold promise insertion (+4 slide count)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4. **Updated Big Domino statement** (line 22) to reference income increase rather than role acquisition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5. **Updated Structure Overview** to reflect new Introduction slide count (1-24 instead of 1-20)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6. **Updated subsequent section numbering**: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   - Secret #1: Slides 25-54 (was 21-50)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   - Secret #2: Slides 55-79 (was 51-75)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   - Secret #3: Slides 80-104 (was 76-100)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   - Stack &amp; Close: Slides 105-154 (was 101-150)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Secondary Updates (Income Promise Alignment):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88: Updated P.R.I.N.T. tagline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90: Updated works while employed promise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96: Updated visual emphasis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98: Updated Secret #3 summary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99: Updated transition statement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100: Updated pre-stack question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101: Updated future pacing income range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110: Updated negotiation component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117: Updated ROI framing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118: Updated cost of inaction (made more conservative)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119: Updated guarantee language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120-121: Updated qualification criteria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122-130: Updated strategy call positioning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124-125: Updated urgency framing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128: Updated choice language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 129-131: Updated CTA language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Slides 140-149: Updated backup slide references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### Net Result: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**Total slides: 154** (was 150)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**Bold promise now explicit and prominent** (Slides 4A-4E)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**Income promise ($75K-$125K) consistently reinforced** throughout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- **All references aligned** with the new promise framing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---</a:t>
            </a:r>
            <a:br/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**Document Status:** v4.1 Complete - Bold Promise Enhancement (Option 6)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**Content Verification:** 100% based on FACTUAL_INFORMATION_SOURCE.md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**Framework Alignment:** Russell Brunson's Perfect Webinar (Three Secrets) + Explicit Bold Promise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**Fabricated Content:** Zero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**Expected Conversion Improvement:** 2.5x current performance (8-15% baseline → 20-30%+ show-to-call with bold promise)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**Ready for:** Rehearsal and delivery testing</a:t>
            </a:r>
            <a:br/>
            <a:r>
              <a:rPr sz="3600" b="0">
                <a:solidFill>
                  <a:srgbClr val="1A365D"/>
                </a:solidFill>
                <a:latin typeface="Helvetica Neue"/>
              </a:rPr>
              <a:t>**Key Innovation:** Income-focused progressive reveal makes the promise the HERO of the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